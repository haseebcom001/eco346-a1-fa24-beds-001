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_svg1.svg" ContentType="image/svg+xml"/>
  <Override PartName="/ppt/media/fig_svg2.svg" ContentType="image/svg+xml"/>
  <Override PartName="/ppt/media/fig_svg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_svg1.svg"/><Relationship Id="rId4" Type="http://schemas.openxmlformats.org/officeDocument/2006/relationships/image" Target="../media/image2.png"/><Relationship Id="rId5" Type="http://schemas.openxmlformats.org/officeDocument/2006/relationships/image" Target="../media/fig_svg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_svg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F1F1F"/>
                </a:solidFill>
              </a:defRPr>
            </a:pPr>
            <a:r>
              <a:t>How earnings vary with age in urban Punjab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95959"/>
                </a:solidFill>
              </a:defRPr>
            </a:pPr>
            <a:r>
              <a:t>ECO346 Assignment 1  ·  FA24-BEDS-001  ·  Variant 1: Punjab, urban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Data: PSLM 2019–20 person file, joined to the household file by hhid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Sample: 3,768 earners aged 15–64 with annual earnings above zero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Every statistic weighted by hhweight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Figures drawn in R (ggplot2); band table reproduced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The makeover: R's default vs. my redesign</a:t>
            </a:r>
          </a:p>
        </p:txBody>
      </p:sp>
      <p:pic>
        <p:nvPicPr>
          <p:cNvPr id="3" name="Picture 2" descr="defaul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463040"/>
            <a:ext cx="4846320" cy="3462695"/>
          </a:xfrm>
          <a:prstGeom prst="rect">
            <a:avLst/>
          </a:prstGeom>
        </p:spPr>
      </p:pic>
      <p:pic>
        <p:nvPicPr>
          <p:cNvPr id="4" name="Picture 3" descr="q3_earnings_by_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0680" y="1188720"/>
            <a:ext cx="6400800" cy="4266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0749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5959"/>
                </a:solidFill>
              </a:defRPr>
            </a:pPr>
            <a:r>
              <a:t>Default: linear scale, overplotted columns, 2.5e+07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56235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5959"/>
                </a:solidFill>
              </a:defRPr>
            </a:pPr>
            <a:r>
              <a:t>Log scale · jitter + transparency · weighted band means · rupee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The distribution: half earn under Rs 240,000 a year</a:t>
            </a:r>
          </a:p>
        </p:txBody>
      </p:sp>
      <p:pic>
        <p:nvPicPr>
          <p:cNvPr id="3" name="Picture 2" descr="q2_distribu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097280"/>
            <a:ext cx="7863840" cy="48048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9536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Weighted median: Rs 240,000 (unweighted: Rs 240,000)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p10 Rs 96,000 · p90 Rs 660,000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p90 / p10 = 6.88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Medians match: 7% of earners report exactly Rs 240,000 (Rs 20,000/month)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Key finding: earnings rise 3.6× from the late teens to the late fifties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15–19: Rs 145,444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25–29: Rs 320,776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45–49: Rs 465,073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Peak, ages 55–59: Rs 523,751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Steepest growth before 35, then a plateau: a concave age–earnings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Caveat</a:t>
            </a:r>
          </a:p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One cross-section: age and cohort effects are mixed, so this is not one person's career path.</a:t>
            </a:r>
          </a:p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Spread within each age band is far larger than the gap between bands.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